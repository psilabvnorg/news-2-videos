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0972800" cy="61722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5160" cy="103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48640" y="1443960"/>
            <a:ext cx="9875160" cy="35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D6645C-104F-4609-B7A8-7E971BBC7E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9973BF-2304-4669-84CA-1DD5B65261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125A3F-2BCB-421D-9DCD-E51AFD7B7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5160" cy="103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48640" y="1443960"/>
            <a:ext cx="9875160" cy="35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4F2C9E4-9900-4566-A5F0-45A2516BE1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95071D4-4300-4FD0-BC2A-20186957BB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5160" cy="103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48640" y="1443960"/>
            <a:ext cx="4818960" cy="35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608800" y="1443960"/>
            <a:ext cx="4818960" cy="35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4BD8E6A-B47F-45E9-960B-47BD76EB5C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62EFC7A-BCB3-4C8D-A134-D4C3C599B1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5160" cy="103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A879253-7804-473A-8AAC-1EF8FCF165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85C771E-786D-447D-AC88-A4BA59B1CD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7B04E43-C5CC-4A64-BB85-E01CF50B3D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DA1BBDD-0B01-4ECD-A4EC-5875776E98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48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0AE611-E34D-4F0D-94D0-07B9036F15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E7DDD7-AFF2-4426-851E-41F3158C92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3043C4-127F-4DCF-83B4-20BF606F9B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48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48640" y="1443960"/>
            <a:ext cx="9874800" cy="357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33C520-74A5-476B-AAEC-A67E8CCE7D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91FAB3-42C6-4518-944B-1602128CCD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48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48640" y="1443960"/>
            <a:ext cx="4818600" cy="357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608800" y="1443960"/>
            <a:ext cx="4818600" cy="357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A2DD67-1519-4550-B12A-628060CE35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1AE5AF-EF10-4463-A346-F40A7A0FB4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4800" cy="102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67D584-EB09-4A02-B638-D55DC39337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304780-599B-41D1-8A3F-F619B236E6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548640" y="246240"/>
            <a:ext cx="9875160" cy="103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48640" y="1443960"/>
            <a:ext cx="9875160" cy="357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C83A0F-43E4-45DF-A11B-F1064062B1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BE3070-46D2-481A-B003-151899241B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360" y="720"/>
            <a:ext cx="10971720" cy="6170760"/>
          </a:xfrm>
          <a:prstGeom prst="rect">
            <a:avLst/>
          </a:prstGeom>
          <a:solidFill>
            <a:srgbClr val="f10d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0000"/>
                </a:solidFill>
                <a:latin typeface="Noto Sans"/>
              </a:rPr>
              <a:t>{{VIDEO_HERE}}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0" y="4572000"/>
            <a:ext cx="2056680" cy="68508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>
                <a:alpha val="0"/>
              </a:srgbClr>
            </a:solidFill>
          </a:ln>
          <a:effectLst>
            <a:outerShdw blurRad="0" dir="2700000" dist="16800" rotWithShape="0">
              <a:srgbClr val="000000">
                <a:alpha val="31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0" y="5257800"/>
            <a:ext cx="10972080" cy="456480"/>
          </a:xfrm>
          <a:prstGeom prst="rect">
            <a:avLst/>
          </a:prstGeom>
          <a:solidFill>
            <a:srgbClr val="12315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8458200" y="5344200"/>
            <a:ext cx="275400" cy="27540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8771400" y="5347080"/>
            <a:ext cx="272520" cy="27252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3"/>
          <a:stretch/>
        </p:blipFill>
        <p:spPr>
          <a:xfrm>
            <a:off x="9098280" y="5347080"/>
            <a:ext cx="272520" cy="272520"/>
          </a:xfrm>
          <a:prstGeom prst="rect">
            <a:avLst/>
          </a:prstGeom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4"/>
          <a:stretch/>
        </p:blipFill>
        <p:spPr>
          <a:xfrm>
            <a:off x="9411480" y="5347080"/>
            <a:ext cx="272520" cy="272520"/>
          </a:xfrm>
          <a:prstGeom prst="rect">
            <a:avLst/>
          </a:prstGeom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5">
            <a:lum bright="100000"/>
            <a:alphaModFix amt="10000"/>
          </a:blip>
          <a:stretch/>
        </p:blipFill>
        <p:spPr>
          <a:xfrm>
            <a:off x="2134080" y="8229600"/>
            <a:ext cx="3808080" cy="380808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6">
            <a:lum bright="100000"/>
            <a:alphaModFix amt="10000"/>
          </a:blip>
          <a:stretch/>
        </p:blipFill>
        <p:spPr>
          <a:xfrm>
            <a:off x="0" y="8001000"/>
            <a:ext cx="6170400" cy="6170400"/>
          </a:xfrm>
          <a:prstGeom prst="rect">
            <a:avLst/>
          </a:prstGeom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9637200" y="5311080"/>
            <a:ext cx="13356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Noto Sans"/>
              </a:rPr>
              <a:t>https://psi.vn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7"/>
          <a:stretch/>
        </p:blipFill>
        <p:spPr>
          <a:xfrm>
            <a:off x="10515600" y="34560"/>
            <a:ext cx="421920" cy="421920"/>
          </a:xfrm>
          <a:prstGeom prst="rect">
            <a:avLst/>
          </a:prstGeom>
          <a:ln w="0">
            <a:noFill/>
          </a:ln>
          <a:effectLst>
            <a:glow rad="12600">
              <a:srgbClr val="ffffff">
                <a:alpha val="50000"/>
              </a:srgbClr>
            </a:glow>
          </a:effectLst>
        </p:spPr>
      </p:pic>
      <p:sp>
        <p:nvSpPr>
          <p:cNvPr id="61" name=""/>
          <p:cNvSpPr/>
          <p:nvPr/>
        </p:nvSpPr>
        <p:spPr>
          <a:xfrm>
            <a:off x="457560" y="4535640"/>
            <a:ext cx="1599120" cy="11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300" spc="-1" strike="noStrike">
                <a:solidFill>
                  <a:srgbClr val="000000"/>
                </a:solidFill>
                <a:latin typeface="Noto Sans"/>
              </a:rPr>
              <a:t>PSI.VN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73400" y="5012280"/>
            <a:ext cx="1583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600" spc="-1" strike="noStrike">
                <a:solidFill>
                  <a:srgbClr val="000000"/>
                </a:solidFill>
                <a:latin typeface="Noto Sans"/>
              </a:rPr>
              <a:t>KÊNH KINH TẾ – CHÍNH TRỊ – XÃ HỘI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0" y="5258520"/>
            <a:ext cx="8000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{{TITLE_HERE}}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8"/>
          <a:stretch/>
        </p:blipFill>
        <p:spPr>
          <a:xfrm rot="21571200">
            <a:off x="72720" y="4694040"/>
            <a:ext cx="421920" cy="421920"/>
          </a:xfrm>
          <a:prstGeom prst="rect">
            <a:avLst/>
          </a:prstGeom>
          <a:ln w="0">
            <a:noFill/>
          </a:ln>
          <a:effectLst>
            <a:glow rad="12600">
              <a:srgbClr val="ffffff">
                <a:alpha val="50000"/>
              </a:srgbClr>
            </a:glo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2026-01-23T16:12:59Z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